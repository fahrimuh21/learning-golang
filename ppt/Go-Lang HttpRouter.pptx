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5143500" cx="9144000"/>
  <p:notesSz cx="6858000" cy="9144000"/>
  <p:embeddedFontLst>
    <p:embeddedFont>
      <p:font typeface="Raleway"/>
      <p:regular r:id="rId50"/>
      <p:bold r:id="rId51"/>
      <p:italic r:id="rId52"/>
      <p:boldItalic r:id="rId53"/>
    </p:embeddedFont>
    <p:embeddedFont>
      <p:font typeface="Lato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211D65-2447-4D86-992C-3BFE3C2572C1}">
  <a:tblStyle styleId="{00211D65-2447-4D86-992C-3BFE3C2572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aleway-bold.fntdata"/><Relationship Id="rId50" Type="http://schemas.openxmlformats.org/officeDocument/2006/relationships/font" Target="fonts/Raleway-regular.fntdata"/><Relationship Id="rId53" Type="http://schemas.openxmlformats.org/officeDocument/2006/relationships/font" Target="fonts/Raleway-boldItalic.fntdata"/><Relationship Id="rId52" Type="http://schemas.openxmlformats.org/officeDocument/2006/relationships/font" Target="fonts/Raleway-italic.fntdata"/><Relationship Id="rId11" Type="http://schemas.openxmlformats.org/officeDocument/2006/relationships/slide" Target="slides/slide4.xml"/><Relationship Id="rId55" Type="http://schemas.openxmlformats.org/officeDocument/2006/relationships/font" Target="fonts/Lato-bold.fntdata"/><Relationship Id="rId10" Type="http://schemas.openxmlformats.org/officeDocument/2006/relationships/slide" Target="slides/slide3.xml"/><Relationship Id="rId54" Type="http://schemas.openxmlformats.org/officeDocument/2006/relationships/font" Target="fonts/Lato-regular.fntdata"/><Relationship Id="rId13" Type="http://schemas.openxmlformats.org/officeDocument/2006/relationships/slide" Target="slides/slide6.xml"/><Relationship Id="rId57" Type="http://schemas.openxmlformats.org/officeDocument/2006/relationships/font" Target="fonts/Lato-boldItalic.fntdata"/><Relationship Id="rId12" Type="http://schemas.openxmlformats.org/officeDocument/2006/relationships/slide" Target="slides/slide5.xml"/><Relationship Id="rId56" Type="http://schemas.openxmlformats.org/officeDocument/2006/relationships/font" Target="fonts/Lat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e0566e8a9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e0566e8a9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e0566e8a9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e0566e8a9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e0566e8a90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e0566e8a90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e0566e8a90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e0566e8a90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e0566e8a90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e0566e8a90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e0566e8a90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e0566e8a90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e0566e8a90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e0566e8a90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e0566e8a90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e0566e8a90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e0566e8a90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e0566e8a90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e0566e8a90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e0566e8a90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e0566e8a90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e0566e8a90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e0566e8a90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e0566e8a90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e0566e8a90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e0566e8a90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e0566e8a90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e0566e8a90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e0566e8a90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e0566e8a90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e0566e8a90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e0566e8a90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e0566e8a90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e0566e8a90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e0566e8a90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e0566e8a90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e0566e8a90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e0566e8a90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e0566e8a90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e0566e8a90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e0566e8a90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e0566e8a90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e0566e8a90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e0566e8a90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e0566e8a90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e0566e8a90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e0566e8a90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e0566e8a90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e0566e8a90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e0566e8a90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e0566e8a90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e0566e8a90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e0566e8a90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e0566e8a90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e0566e8a90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e0566e8a90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e0566e8a90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e0566e8a90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e0566e8a90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e0566e8a90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e0566e8a90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e0566e8a90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e0566e8a90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e0566e8a90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e0566e8a90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e0566e8a90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e0566e8a90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e0566e8a90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0566e8a90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0566e8a90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e0566e8a90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e0566e8a90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e0566e8a90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e0566e8a90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e0566e8a90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e0566e8a90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e0566e8a90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e0566e8a90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e9d356ad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e9d356ad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e0566e8a90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e0566e8a90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facebook.com/ProgrammerZamanNow" TargetMode="External"/><Relationship Id="rId5" Type="http://schemas.openxmlformats.org/officeDocument/2006/relationships/hyperlink" Target="https://www.instagram.com/programmerzamannow" TargetMode="External"/><Relationship Id="rId6" Type="http://schemas.openxmlformats.org/officeDocument/2006/relationships/hyperlink" Target="https://www.youtube.com/c/ProgrammerZamanNow" TargetMode="External"/><Relationship Id="rId7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julienschmidt/httprouter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HttpRouter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10+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4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5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6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7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Dasar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Goroutines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Embed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Web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Agenda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Pengenalan HttpRouter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Params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Serve Files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Error Handler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lain-lain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HttpRouter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HttpRouter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HttpRouter merupakan salah satu OpenSource Library yang populer untuk Http Handler di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HttpRouter terkenal dengan kecepatannya dan juga sangat minimalis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dikarenakan HttpRouter hanya memiliki fitur untuk routing saja, tidak memiliki fitur apapun selain itu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https://github.com/julienschmidt/httprouter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HttpRouter ke Project</a:t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 get github.com/julienschmidt/httprouter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id"/>
              <a:t>go get github.com/stretchr/testify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Go Module</a:t>
            </a:r>
            <a:endParaRPr/>
          </a:p>
        </p:txBody>
      </p:sp>
      <p:pic>
        <p:nvPicPr>
          <p:cNvPr id="212" name="Google Shape;2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83066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Router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Router</a:t>
            </a:r>
            <a:endParaRPr/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Inti dari library HttpRouter adalah struct 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Router ini merupakan implementasi dari http.Handler, sehingga kita bisa dengan mudah menambahkan ke dalam http.Server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Router, kita bisa menggunakan function httprouter.New(), yang akan mengembalikan Router pointer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Router</a:t>
            </a:r>
            <a:endParaRPr/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075894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HTTP Method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Router mirip dengan ServeMux, dimana kita bisa menambahkan route ke dalam 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Kelebihan dibandingkan dengan ServeMux adalah, pada Router, kita bisa menentukan HTTP Method yang ingin kita gunakan, misal GET, POST, PUT,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menambahkan route ke dalam Router adalah gunakan function yang sama dengan HTTP Method nya, misal router.GET(), router.POST(), dan lain-lain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httprouter.Handle</a:t>
            </a:r>
            <a:endParaRPr/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menggunakan ServeMux, ketika menambah route, kita bisa menambahkan http.Handler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Berbeda dengan Router, pada Router kita tidak menggunakan http.Handler lagi, melainkan menggunakan type httprouter.Handle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Perbedaan dengan http.Handler adalah, pada httprouter.Handle, terdapat parameter ke tiga yaitu Params, yang akan kita bahas nanti di chapter tersendiri</a:t>
            </a:r>
            <a:endParaRPr/>
          </a:p>
        </p:txBody>
      </p:sp>
      <p:pic>
        <p:nvPicPr>
          <p:cNvPr id="242" name="Google Shape;24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00729"/>
            <a:ext cx="9143999" cy="1569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Route</a:t>
            </a:r>
            <a:endParaRPr/>
          </a:p>
        </p:txBody>
      </p:sp>
      <p:pic>
        <p:nvPicPr>
          <p:cNvPr id="248" name="Google Shape;24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069818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Params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Params</a:t>
            </a:r>
            <a:endParaRPr/>
          </a:p>
        </p:txBody>
      </p:sp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httprouter.Handle memiliki parameter yang ketiga, yaitu Params. Untuk apa kegunaan Params?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Params merupakan tempat untuk menyimpan parameter yang dikirim dari client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Params ini bukan query parameter, melainkan parameter di URL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kita butuh membuat URL yang tidak fix, alias bisa berubah-ubah, misal /products/1, /products/2, dan seterusnya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ServeMux tidak mendukung hal tersebut, namun Router mendukung hal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Parameter yang dinamis yang terdapat di URL, secara otomatis dikumpulkan di Params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Namun, agar Router tahu, kita harus memberi tahu ketika menambahkan Route, dibagian mana kita akan buat URL path nya menjadi dinamis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Params</a:t>
            </a:r>
            <a:endParaRPr/>
          </a:p>
        </p:txBody>
      </p:sp>
      <p:pic>
        <p:nvPicPr>
          <p:cNvPr id="265" name="Google Shape;26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77627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Router Pattern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Router Pattern</a:t>
            </a:r>
            <a:endParaRPr/>
          </a:p>
        </p:txBody>
      </p:sp>
      <p:sp>
        <p:nvSpPr>
          <p:cNvPr id="276" name="Google Shape;276;p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sudah tahu bahwa dengan menggunakan Router, kita bisa menambah params di URL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pertanyaannya, bagaimana pattern (</a:t>
            </a:r>
            <a:r>
              <a:rPr lang="id"/>
              <a:t>pola</a:t>
            </a:r>
            <a:r>
              <a:rPr lang="id"/>
              <a:t>) pembuatan parameter nya?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Named Parameter</a:t>
            </a:r>
            <a:endParaRPr/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Named parameter adalah pola pembuatan parameter dengan menggunakan nama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Setiap nama parameter harus diawali dengan : (titik dua), lalu diikuti dengan nama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Contoh, jika kita memiliki pattern seperti ini :</a:t>
            </a:r>
            <a:endParaRPr/>
          </a:p>
        </p:txBody>
      </p:sp>
      <p:graphicFrame>
        <p:nvGraphicFramePr>
          <p:cNvPr id="283" name="Google Shape;283;p45"/>
          <p:cNvGraphicFramePr/>
          <p:nvPr/>
        </p:nvGraphicFramePr>
        <p:xfrm>
          <a:off x="954300" y="292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{00211D65-2447-4D86-992C-3BFE3C2572C1}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Pattern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/user/:user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/user/eko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/user/you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/user/eko/profile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no match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/user/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no match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Catch All Parameter</a:t>
            </a:r>
            <a:endParaRPr/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named parameter, ada juga yang bernama catch all parameter, yaitu menangkap semua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Catch all parameter harus diawali dengan * (bintang), lalu diikuti dengan nama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Catch all parameter harus berada di posisi akhir URL</a:t>
            </a:r>
            <a:endParaRPr/>
          </a:p>
        </p:txBody>
      </p:sp>
      <p:graphicFrame>
        <p:nvGraphicFramePr>
          <p:cNvPr id="290" name="Google Shape;290;p46"/>
          <p:cNvGraphicFramePr/>
          <p:nvPr/>
        </p:nvGraphicFramePr>
        <p:xfrm>
          <a:off x="954300" y="324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{00211D65-2447-4D86-992C-3BFE3C2572C1}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Pattern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/src/*filepath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/src/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no </a:t>
                      </a:r>
                      <a:r>
                        <a:rPr lang="id"/>
                        <a:t>match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/src/somefile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/src/subdir/somefile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match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Named Parameter</a:t>
            </a:r>
            <a:endParaRPr/>
          </a:p>
        </p:txBody>
      </p:sp>
      <p:pic>
        <p:nvPicPr>
          <p:cNvPr id="296" name="Google Shape;29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66057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Catch All Parameter</a:t>
            </a:r>
            <a:endParaRPr/>
          </a:p>
        </p:txBody>
      </p:sp>
      <p:pic>
        <p:nvPicPr>
          <p:cNvPr id="302" name="Google Shape;30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572341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Serve File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Serve File</a:t>
            </a:r>
            <a:endParaRPr/>
          </a:p>
        </p:txBody>
      </p:sp>
      <p:sp>
        <p:nvSpPr>
          <p:cNvPr id="313" name="Google Shape;313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materi Go-Lang Web, kita sudah pernah membahas tentang Serve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Router pun, mendukung serve static file menggunakan function ServeFiles(Path, FileSystem)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Dimana pada Path, kita harus menggunakan Catch All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Sedangkan pada FileSystem kita bisa melakukan manual load dari folder atau menggunakan golang embed, seperti yang pernah kita bahas di materi Go-Lang Web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Serve File</a:t>
            </a:r>
            <a:endParaRPr/>
          </a:p>
        </p:txBody>
      </p:sp>
      <p:pic>
        <p:nvPicPr>
          <p:cNvPr id="319" name="Google Shape;31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763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Panic Handler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Panic Handler</a:t>
            </a:r>
            <a:endParaRPr/>
          </a:p>
        </p:txBody>
      </p:sp>
      <p:sp>
        <p:nvSpPr>
          <p:cNvPr id="330" name="Google Shape;330;p5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Apa yang terjadi jika terjadi panic pada logic Handler yang kita buat?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otomatis akan terjadi error, dan web akan berhenti mengembalikan response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saat terjadi panic, kita ingin melakukan sesuatu, misal memberitahu jika terjadi kesalahan di web, atau bahkan mengirim informasi log kesalahan yang terjadi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Sebelumnya, seperti yang sudah kita bahas di materi Go-Lang Web, jika kita ingin menangani panic, kita harus membuat Middleware khusus secara manual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di Router, sudah disediakan untuk menangani panic, caranya dengan menggunakan attribute PanicHandler : func(http.ResponseWriter, *http.Request, interface{})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Panic Handler</a:t>
            </a:r>
            <a:endParaRPr/>
          </a:p>
        </p:txBody>
      </p:sp>
      <p:pic>
        <p:nvPicPr>
          <p:cNvPr id="336" name="Google Shape;33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730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Not Found Handler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Not Found Handler</a:t>
            </a:r>
            <a:endParaRPr/>
          </a:p>
        </p:txBody>
      </p:sp>
      <p:sp>
        <p:nvSpPr>
          <p:cNvPr id="347" name="Google Shape;347;p5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panic handler, Router juga memiliki not found handler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Not found handler adalah handler yang dieksekusi ketika client mencoba melakukan request URL yang memang tidak terdapat di 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default, jika tidak ada route tidak ditemukan, Router akan melanjutkan request ke http.NotFound, namun kita bisa mengubah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Caranya dengan mengubah router.NotFound = http.Handler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Not Found Handler</a:t>
            </a:r>
            <a:endParaRPr/>
          </a:p>
        </p:txBody>
      </p:sp>
      <p:pic>
        <p:nvPicPr>
          <p:cNvPr id="353" name="Google Shape;35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914668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Method Not Allowed Handler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Method Not Allowed Handler</a:t>
            </a:r>
            <a:endParaRPr/>
          </a:p>
        </p:txBody>
      </p:sp>
      <p:sp>
        <p:nvSpPr>
          <p:cNvPr id="364" name="Google Shape;364;p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menggunakan ServeMux, kita tidak bisa menentukan HTTP Method apa yang digunakan untuk Handler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pada Router, kita bisa menentukan HTTP Method yang ingin kita gunakan, lantas apa yang terjadi jika client tidak mengirim HTTP Method sesuai dengan yang kita tentukan?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Maka akan terjadi error Method Not Allowed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default, jika terjadi error seperti ini, maka Router akan memanggil function http.Error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ingin mengubahnya, kita bisa gunakan router.MethodNotAllowed = http.Handler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Method Not Allowed Handler</a:t>
            </a:r>
            <a:endParaRPr/>
          </a:p>
        </p:txBody>
      </p:sp>
      <p:pic>
        <p:nvPicPr>
          <p:cNvPr id="370" name="Google Shape;37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7" cy="2736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Middleware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Middleware</a:t>
            </a:r>
            <a:endParaRPr/>
          </a:p>
        </p:txBody>
      </p:sp>
      <p:sp>
        <p:nvSpPr>
          <p:cNvPr id="381" name="Google Shape;381;p6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HttpRouter hanyalah library untuk http router saja, tidak ada fitur lain selain 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karena Router merupakan implementasi dari http.Handler, jadi untuk middleware, kita bisa membuat sendiri, seperti yang sudah kita bahas pada course Go-Lang Web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Log Middleware</a:t>
            </a:r>
            <a:endParaRPr/>
          </a:p>
        </p:txBody>
      </p:sp>
      <p:pic>
        <p:nvPicPr>
          <p:cNvPr id="387" name="Google Shape;38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617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Middleware</a:t>
            </a:r>
            <a:endParaRPr/>
          </a:p>
        </p:txBody>
      </p:sp>
      <p:pic>
        <p:nvPicPr>
          <p:cNvPr id="393" name="Google Shape;39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62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404" name="Google Shape;404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RESTful 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Deployment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Docker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