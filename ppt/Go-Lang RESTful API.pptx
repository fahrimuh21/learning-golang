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regular.fntdata"/><Relationship Id="rId20" Type="http://schemas.openxmlformats.org/officeDocument/2006/relationships/slide" Target="slides/slide14.xml"/><Relationship Id="rId42" Type="http://schemas.openxmlformats.org/officeDocument/2006/relationships/font" Target="fonts/Raleway-italic.fntdata"/><Relationship Id="rId41" Type="http://schemas.openxmlformats.org/officeDocument/2006/relationships/font" Target="fonts/Raleway-bold.fntdata"/><Relationship Id="rId22" Type="http://schemas.openxmlformats.org/officeDocument/2006/relationships/slide" Target="slides/slide16.xml"/><Relationship Id="rId44" Type="http://schemas.openxmlformats.org/officeDocument/2006/relationships/font" Target="fonts/Lato-regular.fntdata"/><Relationship Id="rId21" Type="http://schemas.openxmlformats.org/officeDocument/2006/relationships/slide" Target="slides/slide15.xml"/><Relationship Id="rId43" Type="http://schemas.openxmlformats.org/officeDocument/2006/relationships/font" Target="fonts/Raleway-boldItalic.fntdata"/><Relationship Id="rId24" Type="http://schemas.openxmlformats.org/officeDocument/2006/relationships/slide" Target="slides/slide18.xml"/><Relationship Id="rId46" Type="http://schemas.openxmlformats.org/officeDocument/2006/relationships/font" Target="fonts/Lato-italic.fntdata"/><Relationship Id="rId23" Type="http://schemas.openxmlformats.org/officeDocument/2006/relationships/slide" Target="slides/slide17.xml"/><Relationship Id="rId45" Type="http://schemas.openxmlformats.org/officeDocument/2006/relationships/font" Target="fonts/Lat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La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53ea50a8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53ea50a8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53ea50a8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53ea50a8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53ea50a8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53ea50a8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e53ea50a87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e53ea50a87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8bfd38d4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8bfd38d4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a09f714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ea09f714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8bfd38d4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8bfd38d4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e8bfd38d4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e8bfd38d4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e8bfd38d4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e8bfd38d4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e8bfd38d4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e8bfd38d4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e8bfd38d4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e8bfd38d4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8bfd38d4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e8bfd38d4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e8bfd38d4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e8bfd38d4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e8bfd38d4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e8bfd38d4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8bfd38d4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e8bfd38d4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8bfd38d4f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8bfd38d4f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e8bfd38d4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e8bfd38d4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8bfd38d4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8bfd38d4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e8bfd38d4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e8bfd38d4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e8bfd38d4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e8bfd38d4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8bfd38d4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8bfd38d4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8bfd38d4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8bfd38d4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e8bfd38d4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e8bfd38d4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8bfd38d4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8bfd38d4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a09f714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a09f714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ea09f714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ea09f714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e8bfd38d4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e8bfd38d4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8bfd38d4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8bfd38d4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a09f714b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ea09f714b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ea09f714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ea09f714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9991a060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e9991a060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6f638e4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6f638e4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go-sql-driver/mysql" TargetMode="External"/><Relationship Id="rId4" Type="http://schemas.openxmlformats.org/officeDocument/2006/relationships/hyperlink" Target="https://github.com/julienschmidt/httprouter" TargetMode="External"/><Relationship Id="rId5" Type="http://schemas.openxmlformats.org/officeDocument/2006/relationships/hyperlink" Target="https://github.com/go-playground/validato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stretchr/testify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RESTful API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HttpRouter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RESTful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OpenAPI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Praktek Membuat Aplikasi RESTful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OpenAPI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Setup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Repository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Service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Validation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Controller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Aplikasi CRUD Sederhana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membuat aplikasi CRUD sederhana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Tujuannya untuk belajar RESTful API, bukan untuk membuat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membuat aplikasi CRUD untuk data category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Dimana data category memiliki atribut id (number) dan name (string)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buat API untuk semua operasi nya, Create Category, Get Category, List Category, Update Category dan Delete Category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API akan kita tambahkan Authentication berupa API-Key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Driver MySQL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https://github.com/go-sql-driver/mysql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 Router : </a:t>
            </a:r>
            <a:r>
              <a:rPr lang="id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https://github.com/julienschmidt/httprouter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Validation : </a:t>
            </a:r>
            <a:r>
              <a:rPr lang="id" u="sng">
                <a:solidFill>
                  <a:schemeClr val="hlink"/>
                </a:solidFill>
                <a:hlinkClick r:id="rId5"/>
              </a:rPr>
              <a:t>https://github.com/go-playground/validator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OpenAPI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List Categories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Create Category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Get Category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Update Category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Delete Category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Security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</a:t>
            </a:r>
            <a:r>
              <a:rPr lang="id"/>
              <a:t> Database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Domain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Repository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Repository Implementation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Service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Service Implementation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Validation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Controller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Controller Implementation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 Router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 Server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Manual Test API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Error Handler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Authentication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Unit Test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  <p:sp>
        <p:nvSpPr>
          <p:cNvPr id="322" name="Google Shape;322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https://github.com/stretchr/testify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333" name="Google Shape;333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Dependency Injection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Perbanyak Praktek Membuat Aplikasi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